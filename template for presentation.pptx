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8"/>
  </p:normalViewPr>
  <p:slideViewPr>
    <p:cSldViewPr snapToGrid="0">
      <p:cViewPr varScale="1">
        <p:scale>
          <a:sx n="88" d="100"/>
          <a:sy n="88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0422" b="5309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Presentation for the Front-end Part</a:t>
            </a:r>
            <a:endParaRPr lang="en-TH" sz="36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r>
              <a:rPr lang="en-TH"/>
              <a:t>3 mins per group</a:t>
            </a:r>
            <a:endParaRPr lang="en-TH" dirty="0"/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footer 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1. Member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H" dirty="0"/>
              <a:t>1.</a:t>
            </a:r>
            <a:r>
              <a:rPr lang="en-US" altLang="en-TH" dirty="0"/>
              <a:t>20232085   AnJiaqi   </a:t>
            </a:r>
            <a:r>
              <a:rPr lang="en-US" altLang="en-TH" dirty="0">
                <a:solidFill>
                  <a:srgbClr val="FF0000"/>
                </a:solidFill>
              </a:rPr>
              <a:t>Dr.Trump</a:t>
            </a:r>
            <a:r>
              <a:rPr lang="en-TH" dirty="0"/>
              <a:t> </a:t>
            </a:r>
            <a:endParaRPr lang="en-TH" dirty="0"/>
          </a:p>
          <a:p>
            <a:r>
              <a:rPr lang="en-TH" dirty="0"/>
              <a:t>2. Name ID Sec. </a:t>
            </a:r>
            <a:r>
              <a:rPr lang="en-TH" dirty="0">
                <a:solidFill>
                  <a:srgbClr val="FF0000"/>
                </a:solidFill>
              </a:rPr>
              <a:t>&lt;&lt;fill in your information&gt;&gt;</a:t>
            </a:r>
            <a:endParaRPr lang="en-TH" dirty="0"/>
          </a:p>
          <a:p>
            <a:r>
              <a:rPr lang="en-TH" dirty="0"/>
              <a:t>3. Name ID Sec. </a:t>
            </a:r>
            <a:r>
              <a:rPr lang="en-TH" dirty="0">
                <a:solidFill>
                  <a:srgbClr val="FF0000"/>
                </a:solidFill>
              </a:rPr>
              <a:t>&lt;&lt;fill in your information&gt;&gt;</a:t>
            </a:r>
            <a:endParaRPr lang="en-TH" dirty="0"/>
          </a:p>
        </p:txBody>
      </p:sp>
      <p:pic>
        <p:nvPicPr>
          <p:cNvPr id="1026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57" y="3860799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372" y="3860799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939" y="3860798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002972" y="5262993"/>
            <a:ext cx="235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FF0000"/>
                </a:solidFill>
              </a:rPr>
              <a:t>&lt;&lt;insert your photo&gt;&gt;</a:t>
            </a:r>
            <a:endParaRPr lang="en-TH" dirty="0"/>
          </a:p>
        </p:txBody>
      </p:sp>
      <p:sp>
        <p:nvSpPr>
          <p:cNvPr id="9" name="TextBox 8"/>
          <p:cNvSpPr txBox="1"/>
          <p:nvPr/>
        </p:nvSpPr>
        <p:spPr>
          <a:xfrm>
            <a:off x="4247110" y="5262993"/>
            <a:ext cx="235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FF0000"/>
                </a:solidFill>
              </a:rPr>
              <a:t>&lt;&lt;insert your photo&gt;&gt;</a:t>
            </a:r>
            <a:endParaRPr lang="en-TH" dirty="0"/>
          </a:p>
        </p:txBody>
      </p:sp>
      <p:sp>
        <p:nvSpPr>
          <p:cNvPr id="10" name="TextBox 9"/>
          <p:cNvSpPr txBox="1"/>
          <p:nvPr/>
        </p:nvSpPr>
        <p:spPr>
          <a:xfrm>
            <a:off x="6605450" y="5262993"/>
            <a:ext cx="235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FF0000"/>
                </a:solidFill>
              </a:rPr>
              <a:t>&lt;&lt;insert your photo&gt;&gt;</a:t>
            </a:r>
            <a:endParaRPr lang="en-TH" dirty="0"/>
          </a:p>
        </p:txBody>
      </p:sp>
      <p:sp>
        <p:nvSpPr>
          <p:cNvPr id="12" name="TextBox 11"/>
          <p:cNvSpPr txBox="1"/>
          <p:nvPr/>
        </p:nvSpPr>
        <p:spPr>
          <a:xfrm>
            <a:off x="2397282" y="57507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FF0000"/>
                </a:solidFill>
              </a:rPr>
              <a:t>&lt;&lt;Name&gt;&gt;</a:t>
            </a:r>
            <a:endParaRPr lang="en-TH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6620" y="57365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FF0000"/>
                </a:solidFill>
              </a:rPr>
              <a:t>&lt;&lt;Name&gt;&gt;</a:t>
            </a:r>
            <a:endParaRPr lang="en-TH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535" y="57365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>
                <a:solidFill>
                  <a:srgbClr val="FF0000"/>
                </a:solidFill>
              </a:rPr>
              <a:t>&lt;&lt;Name&gt;&gt;</a:t>
            </a:r>
            <a:endParaRPr lang="en-TH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15184" y="1150221"/>
            <a:ext cx="4730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dirty="0"/>
              <a:t>** project leader</a:t>
            </a:r>
            <a:endParaRPr lang="en-TH" dirty="0"/>
          </a:p>
          <a:p>
            <a:r>
              <a:rPr lang="en-TH" dirty="0"/>
              <a:t>(who will upload this presentation to the Moodle )</a:t>
            </a:r>
            <a:endParaRPr lang="en-TH" dirty="0"/>
          </a:p>
        </p:txBody>
      </p:sp>
      <p:sp>
        <p:nvSpPr>
          <p:cNvPr id="17" name="TextBox 16"/>
          <p:cNvSpPr txBox="1"/>
          <p:nvPr/>
        </p:nvSpPr>
        <p:spPr>
          <a:xfrm>
            <a:off x="6882939" y="5973293"/>
            <a:ext cx="6567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/>
              <a:t>** project leader</a:t>
            </a:r>
            <a:endParaRPr lang="en-T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2. Project name/Project Goal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H" dirty="0">
                <a:solidFill>
                  <a:schemeClr val="tx1"/>
                </a:solidFill>
              </a:rPr>
              <a:t>Project name: </a:t>
            </a:r>
            <a:r>
              <a:rPr lang="en-US" altLang="en-TH" dirty="0">
                <a:solidFill>
                  <a:schemeClr val="tx1"/>
                </a:solidFill>
              </a:rPr>
              <a:t>Truth Portecter</a:t>
            </a:r>
            <a:endParaRPr lang="en-TH" dirty="0">
              <a:solidFill>
                <a:srgbClr val="FF0000"/>
              </a:solidFill>
            </a:endParaRPr>
          </a:p>
          <a:p>
            <a:endParaRPr lang="en-TH" dirty="0">
              <a:solidFill>
                <a:srgbClr val="FF0000"/>
              </a:solidFill>
            </a:endParaRPr>
          </a:p>
          <a:p>
            <a:endParaRPr lang="en-TH" dirty="0">
              <a:solidFill>
                <a:srgbClr val="FF0000"/>
              </a:solidFill>
            </a:endParaRPr>
          </a:p>
          <a:p>
            <a:r>
              <a:rPr lang="en-TH" dirty="0">
                <a:solidFill>
                  <a:schemeClr val="tx1"/>
                </a:solidFill>
              </a:rPr>
              <a:t>Project goal: </a:t>
            </a:r>
            <a:r>
              <a:rPr lang="en-US" altLang="zh-CN" dirty="0">
                <a:solidFill>
                  <a:schemeClr val="tx1"/>
                </a:solidFill>
              </a:rPr>
              <a:t>Share news, discern truth from falsehood, freedom of speech, open communication.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Identifying fake news in sports, music, games, weather, economy, anime, and drama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3. Features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TH" dirty="0"/>
              <a:t>F1 </a:t>
            </a:r>
            <a:r>
              <a:rPr lang="en-US" altLang="zh-CN" b="1" dirty="0">
                <a:solidFill>
                  <a:schemeClr val="tx1"/>
                </a:solidFill>
              </a:rPr>
              <a:t>A mechanism for verifying authenticity with public participation. </a:t>
            </a:r>
            <a:r>
              <a:rPr lang="en-US" altLang="zh-CN" dirty="0"/>
              <a:t>The system uses a crowdsourcing model, allowing every user to participate in assessing the authenticity of news, thereby avoiding biases from a single institution or individual.</a:t>
            </a:r>
            <a:endParaRPr lang="en-US" altLang="zh-CN" dirty="0"/>
          </a:p>
          <a:p>
            <a:r>
              <a:rPr lang="en-TH" dirty="0"/>
              <a:t>F2 </a:t>
            </a:r>
            <a:r>
              <a:rPr lang="en-US" altLang="zh-CN" b="1" dirty="0">
                <a:solidFill>
                  <a:schemeClr val="tx1"/>
                </a:solidFill>
              </a:rPr>
              <a:t>Comprehensive news lifecycle management.</a:t>
            </a:r>
            <a:r>
              <a:rPr lang="en-US" altLang="zh-CN" b="1" dirty="0"/>
              <a:t> </a:t>
            </a:r>
            <a:r>
              <a:rPr lang="en-US" altLang="zh-CN" dirty="0"/>
              <a:t>It supports the full process of news from submission, display, voting, to status determination, with statuses automatically updated based on voting results.</a:t>
            </a:r>
            <a:endParaRPr lang="en-US" altLang="zh-CN" dirty="0"/>
          </a:p>
          <a:p>
            <a:r>
              <a:rPr lang="en-TH" dirty="0"/>
              <a:t>F3</a:t>
            </a:r>
            <a:r>
              <a:rPr lang="en-US" altLang="en-TH" dirty="0"/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Rich interactions and personalized experiences</a:t>
            </a:r>
            <a:r>
              <a:rPr lang="en-US" altLang="zh-CN" dirty="0"/>
              <a:t>. Provides features such as news filtering, pagination control, and search, while also recording users' voting history to prevent duplicate votes. The interaction is smooth and aligns with user habits.</a:t>
            </a:r>
            <a:r>
              <a:rPr lang="en-TH" dirty="0"/>
              <a:t> </a:t>
            </a:r>
            <a:endParaRPr lang="en-TH" dirty="0">
              <a:solidFill>
                <a:srgbClr val="FF0000"/>
              </a:solidFill>
            </a:endParaRPr>
          </a:p>
          <a:p>
            <a:r>
              <a:rPr lang="en-TH" dirty="0"/>
              <a:t>F4 </a:t>
            </a:r>
            <a:r>
              <a:rPr lang="en-US" altLang="zh-CN" b="1" dirty="0">
                <a:solidFill>
                  <a:schemeClr val="tx1"/>
                </a:solidFill>
              </a:rPr>
              <a:t>Responsive design and modern UI. </a:t>
            </a:r>
            <a:r>
              <a:rPr lang="en-US" altLang="zh-CN" dirty="0"/>
              <a:t>A responsive interface built with Tailwind CSS features card layouts, hover animations, and state indicators, providing a clear visual hierarchy while being aesthetically pleasing and easy to use.</a:t>
            </a:r>
            <a:endParaRPr lang="en-T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4. Tech Stack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TH" dirty="0"/>
              <a:t>1.</a:t>
            </a:r>
            <a:r>
              <a:rPr lang="en-US" altLang="zh-CN" dirty="0"/>
              <a:t>Frontend fundamental technologies: HTML5 (semantic tags), CSS3, JavaScript (ES6+)</a:t>
            </a:r>
            <a:endParaRPr lang="en-US" altLang="zh-CN" dirty="0"/>
          </a:p>
          <a:p>
            <a:r>
              <a:rPr lang="en-US" altLang="zh-CN" dirty="0"/>
              <a:t>2.Style framework: Tailwind CSS v3 (used for quickly building responsive interfaces and custom styles)</a:t>
            </a:r>
            <a:endParaRPr lang="en-US" altLang="zh-CN" dirty="0"/>
          </a:p>
          <a:p>
            <a:r>
              <a:rPr lang="en-US" altLang="zh-CN" dirty="0"/>
              <a:t>3.Icon library: Font Awesome (provides icon support for scenarios such as news, polls, and navigation)</a:t>
            </a:r>
            <a:endParaRPr lang="en-US" altLang="zh-CN" dirty="0"/>
          </a:p>
          <a:p>
            <a:r>
              <a:rPr lang="en-US" altLang="zh-CN" dirty="0"/>
              <a:t>4.Data storage: localStorage (stores news data, poll records, and comments locally)</a:t>
            </a:r>
            <a:endParaRPr lang="en-US" altLang="zh-CN" dirty="0"/>
          </a:p>
          <a:p>
            <a:r>
              <a:rPr lang="en-US" altLang="zh-CN" dirty="0"/>
              <a:t>5.Layout technologies: Flexbox, Grid (achieve responsive multi-column layouts and flexible component arrangement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5. </a:t>
            </a:r>
            <a:r>
              <a:rPr lang="en-US" dirty="0"/>
              <a:t>Home page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2"/>
                </a:solidFill>
              </a:rPr>
              <a:t>- list of news, filter (all / fake / not fake), pagination, and how many items per page?</a:t>
            </a:r>
            <a:endParaRPr lang="en-US" i="1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TH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905" y="2558415"/>
            <a:ext cx="6447155" cy="364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6. </a:t>
            </a:r>
            <a:r>
              <a:rPr lang="en-US" dirty="0"/>
              <a:t>News Details Page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2"/>
                </a:solidFill>
              </a:rPr>
              <a:t>- Click on one news item to show: topic, full details, reporter, date/time, image (URL) </a:t>
            </a:r>
            <a:br>
              <a:rPr lang="en-US" i="1" dirty="0">
                <a:solidFill>
                  <a:schemeClr val="tx2"/>
                </a:solidFill>
              </a:rPr>
            </a:br>
            <a:r>
              <a:rPr lang="en-US" i="1" dirty="0">
                <a:solidFill>
                  <a:schemeClr val="tx2"/>
                </a:solidFill>
              </a:rPr>
              <a:t>- Show comment section and voting results (fake / not fake)</a:t>
            </a:r>
            <a:endParaRPr lang="en-US" i="1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US" dirty="0"/>
          </a:p>
          <a:p>
            <a:pPr algn="ctr"/>
            <a:endParaRPr lang="en-TH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730" y="2875915"/>
            <a:ext cx="726884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7. </a:t>
            </a:r>
            <a:r>
              <a:rPr lang="en-US" dirty="0"/>
              <a:t>Vote &amp; Comment Feature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2"/>
                </a:solidFill>
              </a:rPr>
              <a:t>- Demonstrate voting and adding a comment or image link </a:t>
            </a:r>
            <a:br>
              <a:rPr lang="en-US" i="1" dirty="0">
                <a:solidFill>
                  <a:schemeClr val="tx2"/>
                </a:solidFill>
              </a:rPr>
            </a:br>
            <a:r>
              <a:rPr lang="en-US" i="1" dirty="0">
                <a:solidFill>
                  <a:schemeClr val="tx2"/>
                </a:solidFill>
              </a:rPr>
              <a:t>- Show that new data appears in the comment list immediately</a:t>
            </a:r>
            <a:endParaRPr lang="en-US" i="1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TH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4955" y="2903855"/>
            <a:ext cx="6127750" cy="3298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8. </a:t>
            </a:r>
            <a:r>
              <a:rPr lang="en-US" dirty="0"/>
              <a:t>Deployment with Versel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i="1" dirty="0">
                <a:solidFill>
                  <a:schemeClr val="tx1"/>
                </a:solidFill>
              </a:rPr>
              <a:t>Vercel deployment support.</a:t>
            </a:r>
            <a:r>
              <a:rPr lang="en-US" altLang="zh-CN" i="1" dirty="0">
                <a:solidFill>
                  <a:schemeClr val="tx2"/>
                </a:solidFill>
              </a:rPr>
              <a:t> Project code can be directly deployed on the Vercel platform: after submitting the code to a GitHub repository, you can complete the deployment by importing the repository through Vercel, with no additional configuration required, making it suitable for quickly launching a demo.</a:t>
            </a:r>
            <a:endParaRPr lang="en-US" altLang="zh-CN" i="1" dirty="0">
              <a:solidFill>
                <a:schemeClr val="tx2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Simulated Data Design:</a:t>
            </a:r>
            <a:r>
              <a:rPr lang="en-US" altLang="zh-CN" dirty="0">
                <a:solidFill>
                  <a:schemeClr val="tx1"/>
                </a:solidFill>
              </a:rPr>
              <a:t>Mock data is generated through the generateMockData() function, ensuring that there is content available to display when the page loads, without the need for manual input.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458724" y="457200"/>
            <a:ext cx="11274552" cy="59436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749" y="963997"/>
            <a:ext cx="3787457" cy="4938361"/>
          </a:xfrm>
        </p:spPr>
        <p:txBody>
          <a:bodyPr anchor="ctr">
            <a:normAutofit/>
          </a:bodyPr>
          <a:lstStyle/>
          <a:p>
            <a:r>
              <a:rPr lang="en-TH" dirty="0"/>
              <a:t>Submission</a:t>
            </a:r>
            <a:endParaRPr lang="en-TH" dirty="0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971974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1798" y="963507"/>
            <a:ext cx="5968181" cy="493885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TH" dirty="0"/>
              <a:t>Record </a:t>
            </a:r>
            <a:r>
              <a:rPr lang="en-TH" b="1" u="sng" dirty="0"/>
              <a:t>3-5 mins presentation</a:t>
            </a:r>
            <a:r>
              <a:rPr lang="en-TH" b="1" dirty="0"/>
              <a:t> </a:t>
            </a:r>
            <a:r>
              <a:rPr lang="en-TH" dirty="0"/>
              <a:t>and submit to Moodle (Only one people in the team will submit in Moodle, you can submit to any section)</a:t>
            </a:r>
            <a:endParaRPr lang="en-TH" dirty="0"/>
          </a:p>
          <a:p>
            <a:pPr marL="0" indent="0">
              <a:buNone/>
            </a:pPr>
            <a:r>
              <a:rPr lang="en-TH" dirty="0"/>
              <a:t>Submission Deadline : </a:t>
            </a:r>
            <a:r>
              <a:rPr lang="en-TH" b="1" u="sng" dirty="0"/>
              <a:t>9th November 11.59 pm</a:t>
            </a:r>
            <a:r>
              <a:rPr lang="en-TH" dirty="0"/>
              <a:t> </a:t>
            </a:r>
            <a:endParaRPr lang="en-TH" dirty="0"/>
          </a:p>
          <a:p>
            <a:endParaRPr lang="en-TH" dirty="0"/>
          </a:p>
          <a:p>
            <a:r>
              <a:rPr lang="en-TH" dirty="0"/>
              <a:t> </a:t>
            </a:r>
            <a:endParaRPr lang="en-TH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071" y="801793"/>
            <a:ext cx="8019857" cy="52730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8745" y="1306175"/>
            <a:ext cx="10594510" cy="4264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3139</Words>
  <Application>WPS 演示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Tw Cen MT</vt:lpstr>
      <vt:lpstr>微软雅黑</vt:lpstr>
      <vt:lpstr>Arial Unicode MS</vt:lpstr>
      <vt:lpstr>RetrospectVTI</vt:lpstr>
      <vt:lpstr>Presentation for the Front-end Part</vt:lpstr>
      <vt:lpstr>1. Member</vt:lpstr>
      <vt:lpstr>2. Project name/Project Goal</vt:lpstr>
      <vt:lpstr>3. Features</vt:lpstr>
      <vt:lpstr>4. Tech Stack</vt:lpstr>
      <vt:lpstr>5. Home page</vt:lpstr>
      <vt:lpstr>6. News Details Page</vt:lpstr>
      <vt:lpstr>7. Vote &amp; Comment Feature</vt:lpstr>
      <vt:lpstr>8. Deployment with Versel</vt:lpstr>
      <vt:lpstr>Submission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Pikul V.</dc:creator>
  <cp:lastModifiedBy>极品马</cp:lastModifiedBy>
  <cp:revision>2</cp:revision>
  <dcterms:created xsi:type="dcterms:W3CDTF">2025-10-24T04:49:00Z</dcterms:created>
  <dcterms:modified xsi:type="dcterms:W3CDTF">2025-10-28T06:38:58Z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17088D1E8889426684C3E8E5A6DAC938_13</vt:lpwstr>
  </property>
  <property fmtid="{D5CDD505-2E9C-101B-9397-08002B2CF9AE}" pid="3" name="KSOProductBuildVer">
    <vt:lpwstr>2052-12.1.0.23125</vt:lpwstr>
  </property>
</Properties>
</file>